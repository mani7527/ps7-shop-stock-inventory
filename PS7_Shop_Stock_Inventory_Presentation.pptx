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SMART INDIA HACKATHON (SIH) FORMAT | MERN STACK PROJECT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Shop Inventory &amp; Stock Management System</a:t>
            </a:r>
          </a:p>
          <a:p>
            <a:pPr>
              <a:spcBef>
                <a:spcPts val="800"/>
              </a:spcBef>
              <a:defRPr sz="1800">
                <a:solidFill>
                  <a:srgbClr val="3B82F6"/>
                </a:solidFill>
              </a:defRPr>
            </a:pPr>
            <a:r>
              <a:t>Problem Statement 7 (PS7) | Retail &amp; Small Business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Candidate Details &amp; Project Metadata: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Student Name: Manikesh Kumar</a:t>
            </a:r>
            <a:br/>
            <a:r>
              <a:t>• Roll Number / UID: [Enter Your Roll No &amp; UID]</a:t>
            </a:r>
            <a:br/>
            <a:r>
              <a:t>• Tech Stack: React.js (Vite), Node.js, Express.js, MongoDB Atlas (Cloud), JWT Authentication</a:t>
            </a:r>
            <a:br/>
            <a:r>
              <a:t>• Live Deployment: Render (Backend) &amp; Vercel (Frontend)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Industry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1. The Retail Reality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Small neighborhood shops, retail grocers, and hardware outlets still rely on paper registers or basic spreadsheets for inventory tracking, resulting in human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2. Frequent Stockouts &amp; Lost Revenue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Without automated threshold triggers, store owners only realize an item is out of stock when a paying customer asks for it, directly losing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3. Lack of Role Separation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Shop owners cannot delegate sales tasks to assistants or cashiers without exposing critical product pricing, supplier metrics, and full database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4. No Unified Stock Workflow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Absence of real-time status progression (In Stock → Low Stock → Out of Stock) leads to over-stocking dead inventory or under-stocking essentials.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Solution: ShopStock Cloud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Real-time Inventory Tracking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Centralized cloud catalog for retail merchandise.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Dynamic status tags: In Stock, Low Stock, Out of Stock.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Automated low-stock visual warning triggers.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Eliminates spreadsheet mismatch and manual ledger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Role-Based Access Control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Admin / Store Owner: Catalog management, restocking supplies (+5 units), item deletion, and metrics.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Cashier / Assistant: Fast 1-click sales logging (-1 unit), stock inspection without tampering access.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Protected by JWT (JSON Web Tokens).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Automated Business Rules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Server-side stock protection preventing negative quantity transactions.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Automated transaction audit trail logging Date, Product, Type (SALE/RESTOCK), and Quantity.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Live metrics cards for Total Products, Units, and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3-Tier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1. Presentation Tier (Frontend) — React.js (Vite) + React Router DOM [Hosted on Vercel CDN]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Responsive single-page application (SPA)</a:t>
            </a:r>
            <a:br/>
            <a:r>
              <a:t>• Real-time stock status badge calculations</a:t>
            </a:r>
            <a:br/>
            <a:r>
              <a:t>• Clean role-based conditional UI (Admin vs Cashier view)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2. Application Tier (Backend API) — Node.js + Express.js RESTful APIs [Hosted on Render Cloud]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JWT Authentication &amp; Bcrypt password hashing</a:t>
            </a:r>
            <a:br/>
            <a:r>
              <a:t>• Business logic validation (prevents over-selling stockouts)</a:t>
            </a:r>
            <a:br/>
            <a:r>
              <a:t>• CORS middleware &amp; centralized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3. Data Tier (Database) — MongoDB Atlas Cloud Cluster [Managed NoSQL Cloud DB]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Products Collection: SKU, name, category, price, quantity, threshold</a:t>
            </a:r>
            <a:br/>
            <a:r>
              <a:t>• Transactions Collection: productId reference, type, timestamp</a:t>
            </a:r>
            <a:br/>
            <a:r>
              <a:t>• Users Collection: username, hashed password, role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Design: 3 Linked Collections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Products Collection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name: String (Required)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category: String (Required)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price: Number (Unit Selling Price)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quantity: Number (Live Units on Hand)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lowStockLimit: Number (Alert threshold, def: 5)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createdAt / updatedAt: Timestamps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Transactions Collection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productId: ObjectId (Ref: Product)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productName: String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type: String ('SALE' | 'RESTOCK')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quantity: Number (Quantity Changed)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date: Date (Timestamp of transaction)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Linked via Product reference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Users Collection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username: String (Unique)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password: String (Bcrypt Salt Hashed)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role: String ('admin' | 'cashier')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createdAt / updatedAt: Timestamps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Used for JWT Authentication Token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Status Progression Workflow &amp; Business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C263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Stock Status Lifecycle Workflow (Automatic Progression):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1. IN STOCK (Green Badge): Product quantity is healthy (Quantity &gt; lowStockLimit).</a:t>
            </a:r>
            <a:br/>
            <a:r>
              <a:t>2. LOW STOCK (Orange Warning): Quantity drops to or below threshold (0 &lt; Quantity ≤ lowStockLimit). Triggers urgent alert in the dashboard.</a:t>
            </a:r>
            <a:br/>
            <a:r>
              <a:t>3. OUT OF STOCK (Red Badge): Quantity reaches 0. Sales actions are instantly disabled.</a:t>
            </a:r>
            <a:br/>
            <a:r>
              <a:t>4. RESTOCKED: Admin performs a Restock action (+5 units), automatically elevating status back to In Stock.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Enforced Business Rules (Integrity &amp; Protection):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Rule 1: Zero Negative Stock Guarantee — Server evaluates `if (product.quantity &lt; count)` before logging sale; rejects with HTTP 400 'Not enough stock available'.</a:t>
            </a:r>
            <a:br/>
            <a:r>
              <a:t>• Rule 2: Transaction Audit Atomicity — Stock decrement is immediately accompanied by an immutable record in the `Transaction` collection.</a:t>
            </a:r>
            <a:br/>
            <a:r>
              <a:t>• Rule 3: Role Authorization Separation — Only authenticated Admins can create catalog items or delete 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Deployment &amp; Verification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Frontend Live Application (Vercel): https://ps7-shop-stock-inventory.vercel.app/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Deployed on Vercel Edge Network. Instant loading, responsive layout, and connects directly to cloud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Backend RESTful Service (Render): https://ps7-shop-stock-inventory.onrender.com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Express.js server deployed on Render Web Service connected directly to MongoDB Atlas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Cloud Database (MongoDB Atlas): Cluster: cluster0.qzcg7wb.mongodb.net / DB: shop_inventory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Cloud-hosted MongoDB cluster storing live users, inventory items, and transaction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C263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Source Code Repository (GitHub): https://github.com/Mani7527/ps7-shop-stock-inventory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Complete version-controlled source code repository with clean separation of /backend and /frontend.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PROBLEM STATEMENT 7 (PS7) | SIH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Impact, Future Enhancements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Current Impact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Zero Installation: Accessible from any web browser on mobile or PC.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Eliminates Inventory Shrinkage: Real-time stock counts prevent untracked loss.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Staff Onboarding: Simple, foolproof interface for cashiers to log sales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Future Roadmap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Barcode / QR Scanner: Camera-assisted scanning for faster POS checkout.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Automated Supplier Reordering: Auto-trigger email alerts to suppliers on low stock.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Invoice PDF Generator: Printable receipts for customers with GST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37360"/>
            <a:ext cx="3337560" cy="4389120"/>
          </a:xfrm>
          <a:prstGeom prst="roundRect">
            <a:avLst/>
          </a:prstGeom>
          <a:solidFill>
            <a:srgbClr val="1C263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Fulfills 100% of Problem Statement 7 core requirements.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Production-ready MERN implementation deployed to the cloud.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Scalable architecture ready for commercial retail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